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47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Mission: create opportunities in agriculture, solve farmers' problems and bring back the value of traditional farming. Milestones: 2023 first Annual Day; 2024 Green Pad and Carbon Credit Project launched, Gold Standard discussions in Geneva; 2025 Global Indian Switzerland Business Achievement Award; 2026 50th branch, MoU with NCUI, Jawaharlal Nehru Excellence Award.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paddy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03720" y="6492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Wikimedia Commons (placeholder field image)</a:t>
            </a:r>
            <a:endParaRPr lang="en-US" sz="900" dirty="0"/>
          </a:p>
        </p:txBody>
      </p:sp>
      <p:pic>
        <p:nvPicPr>
          <p:cNvPr id="4" name="Image 1" descr="/home/claude/img/tapm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"/>
            <a:ext cx="25603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17830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INTERNSHIP PRESENTATION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19456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Revamp for Kairali Agriculture Multi State Co-operative Society Ltd.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9319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organisation, the task, the approach, and the website prototype built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7548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Poojitha K  (251620140002)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Mentor: </a:t>
            </a: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Abhijeet Tewary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 </a:t>
            </a: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– Technology Management (2025–27)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Organisation: </a:t>
            </a: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Kairali MSCS Ltd., Thrissur, Kerala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Kairali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farmer-owned cooperative, not an NGO: owned by its members and sharing its surplus with them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1463040"/>
          </a:xfrm>
          <a:prstGeom prst="rect">
            <a:avLst/>
          </a:prstGeom>
          <a:solidFill>
            <a:srgbClr val="1F4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957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3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under the Ministry of Cooperation, GoI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4992" y="1600200"/>
            <a:ext cx="2560320" cy="1463040"/>
          </a:xfrm>
          <a:prstGeom prst="rect">
            <a:avLst/>
          </a:prstGeom>
          <a:solidFill>
            <a:srgbClr val="1F4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364992" y="1691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3957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3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Branches: 50 in Kerala, 5 in Tamil Nadu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1344" y="1600200"/>
            <a:ext cx="2560320" cy="1463040"/>
          </a:xfrm>
          <a:prstGeom prst="rect">
            <a:avLst/>
          </a:prstGeom>
          <a:solidFill>
            <a:srgbClr val="1F4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181344" y="1691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45,000+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23957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3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Shareholders (as reported)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97696" y="1600200"/>
            <a:ext cx="2560320" cy="1463040"/>
          </a:xfrm>
          <a:prstGeom prst="rect">
            <a:avLst/>
          </a:prstGeom>
          <a:solidFill>
            <a:srgbClr val="1F4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997696" y="1691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134856" y="23957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3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(as reported)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Kairali does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5440680" cy="1051560"/>
          </a:xfrm>
          <a:prstGeom prst="rect">
            <a:avLst/>
          </a:prstGeom>
          <a:solidFill>
            <a:srgbClr val="EEF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77240" y="39044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allied farming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2336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farming, dairy, poultry and fisheries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5440680" cy="1051560"/>
          </a:xfrm>
          <a:prstGeom prst="rect">
            <a:avLst/>
          </a:prstGeom>
          <a:solidFill>
            <a:srgbClr val="EEF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00800" y="39044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services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2336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and profit-share contribution schemes for members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5440680" cy="1051560"/>
          </a:xfrm>
          <a:prstGeom prst="rect">
            <a:avLst/>
          </a:prstGeom>
          <a:solidFill>
            <a:srgbClr val="EEF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77240" y="5138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initiatives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4681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 Project, Integrated Eco Farm, farm tourism, waste management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5029200"/>
            <a:ext cx="5440680" cy="1051560"/>
          </a:xfrm>
          <a:prstGeom prst="rect">
            <a:avLst/>
          </a:prstGeom>
          <a:solidFill>
            <a:srgbClr val="EEF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400800" y="5138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54681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 Tech (coconut), Ecoharvest (home care), Bee Craft (honey), Green Pad (herbal sanitary napkins)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Kairali Website Revamp  |  TAPMI Social Internship 2026–27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Task and the Requirements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Kairali has grown fast since 2022, but its website has not kept up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and rebuild Kairali's website so that members, would-be members, buyers and partners can understand, trust and act on what Kairali offers.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agreed with the NGO mentor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clearer site structure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ranges shown properly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projects explained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information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professional look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94960" cy="4617720"/>
          </a:xfrm>
          <a:prstGeom prst="rect">
            <a:avLst/>
          </a:prstGeom>
          <a:solidFill>
            <a:srgbClr val="EEF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audit of the live site found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48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5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52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2240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had a full description on the site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017520"/>
            <a:ext cx="4983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facts: </a:t>
            </a: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vision statements; Chairman's name spelt five ways on one page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upkeep: </a:t>
            </a: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"© 2023" footer; Contact link to an unbranded Wix page; broken phone link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layout: </a:t>
            </a: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long About page; duplicated product menus; 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basket: </a:t>
            </a: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to basket" button for limited orders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proof: </a:t>
            </a: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testimonial with a stock photo; few real farmer photos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Kairali Website Revamp  |  TAPMI Social Internship 2026–27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thinking: empathise, define, ideate, prototype, test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03120" cy="1874520"/>
          </a:xfrm>
          <a:prstGeom prst="rect">
            <a:avLst/>
          </a:prstGeom>
          <a:solidFill>
            <a:srgbClr val="EEF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764792"/>
            <a:ext cx="384048" cy="384048"/>
          </a:xfrm>
          <a:prstGeom prst="ellipse">
            <a:avLst/>
          </a:prstGeom>
          <a:solidFill>
            <a:srgbClr val="1F4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764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audit of the live site; every point </a:t>
            </a:r>
            <a:r>
              <a:rPr lang="en-US" sz="130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re-checked 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1600200"/>
            <a:ext cx="2103120" cy="1874520"/>
          </a:xfrm>
          <a:prstGeom prst="rect">
            <a:avLst/>
          </a:prstGeom>
          <a:solidFill>
            <a:srgbClr val="EEF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017520" y="1764792"/>
            <a:ext cx="384048" cy="384048"/>
          </a:xfrm>
          <a:prstGeom prst="ellipse">
            <a:avLst/>
          </a:prstGeom>
          <a:solidFill>
            <a:srgbClr val="1F4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01752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1764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2860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tree and key gaps found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0" y="1600200"/>
            <a:ext cx="2103120" cy="1874520"/>
          </a:xfrm>
          <a:prstGeom prst="rect">
            <a:avLst/>
          </a:prstGeom>
          <a:solidFill>
            <a:srgbClr val="EEF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303520" y="1764792"/>
            <a:ext cx="384048" cy="384048"/>
          </a:xfrm>
          <a:prstGeom prst="ellipse">
            <a:avLst/>
          </a:prstGeom>
          <a:solidFill>
            <a:srgbClr val="1F4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30352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779008" y="1764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22860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9-tab navigation agreed; each topic lives in one place only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06640" y="1600200"/>
            <a:ext cx="2103120" cy="1874520"/>
          </a:xfrm>
          <a:prstGeom prst="rect">
            <a:avLst/>
          </a:prstGeom>
          <a:solidFill>
            <a:srgbClr val="EEF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589520" y="1764792"/>
            <a:ext cx="384048" cy="384048"/>
          </a:xfrm>
          <a:prstGeom prst="ellipse">
            <a:avLst/>
          </a:prstGeom>
          <a:solidFill>
            <a:srgbClr val="1F4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58952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65008" y="1764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22860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in 5 versions, following the approved homepage design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92640" y="1600200"/>
            <a:ext cx="2103120" cy="1874520"/>
          </a:xfrm>
          <a:prstGeom prst="rect">
            <a:avLst/>
          </a:prstGeom>
          <a:solidFill>
            <a:srgbClr val="1F4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875520" y="1764792"/>
            <a:ext cx="384048" cy="38404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987552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351008" y="1764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22860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3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site, guide and list of inputs needed from Kairali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749040"/>
            <a:ext cx="5394960" cy="2468880"/>
          </a:xfrm>
          <a:prstGeom prst="rect">
            <a:avLst/>
          </a:prstGeom>
          <a:solidFill>
            <a:srgbClr val="1F4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822960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2519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owns the content, and there is no single source for it.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2120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3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organisational, not technical. A new design alone would still show missing and conflicting facts.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3749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Options considered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263640" y="420624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DDDD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6263640" y="42062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635240" y="4206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WordPress, Wix builder, mobile app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63640" y="4709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DDDD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6263640" y="47091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Postponed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635240" y="47091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online shop (no payment, stock or delivery process yet)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63640" y="521208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DDDD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6263640" y="52120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635240" y="52120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used only for sending orders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263640" y="571500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B553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6263640" y="57150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635240" y="5715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website generated from one set of content files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Kairali Website Revamp  |  TAPMI Social Internship 2026–27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Website Built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44-page prototype where every fact is stored once and appears the same everywhere</a:t>
            </a:r>
            <a:endParaRPr lang="en-US" sz="1600" dirty="0"/>
          </a:p>
        </p:txBody>
      </p:sp>
      <p:pic>
        <p:nvPicPr>
          <p:cNvPr id="4" name="Image 0" descr="/home/claude/img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675120" cy="301752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48640" y="46817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homepage, following the design direction Kairali approved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</a:t>
            </a: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 and plain JavaScript; a Node.js script builds all pages from four data files. No paid tools, no licence cost.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589520" y="1673352"/>
            <a:ext cx="201168" cy="20116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7955280" y="1600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sections, 44 pages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9110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About, Our Work, Green Initiatives, Products, Impact, Media, Membership, Contact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589520" y="2432304"/>
            <a:ext cx="201168" cy="20116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7955280" y="2359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52-product catalogue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26700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search and a details window for every product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589520" y="3191256"/>
            <a:ext cx="201168" cy="20116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7955280" y="31181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Order-enquiry basket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3429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orders by WhatsApp or email; 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589520" y="3950208"/>
            <a:ext cx="201168" cy="20116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7955280" y="38770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resources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4187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brochure downloads and a 55-branch directory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589520" y="4709160"/>
            <a:ext cx="201168" cy="20116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 txBox="1"/>
          <p:nvPr/>
        </p:nvSpPr>
        <p:spPr>
          <a:xfrm>
            <a:off x="7955280" y="4636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49469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news items in one date format, with filters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589520" y="5468112"/>
            <a:ext cx="201168" cy="20116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 txBox="1"/>
          <p:nvPr/>
        </p:nvSpPr>
        <p:spPr>
          <a:xfrm>
            <a:off x="7955280" y="5394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access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955280" y="570585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screen-reader and keyboard friendly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Kairali Website Revamp  |  TAPMI Social Internship 2026–27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Pages of the Prototype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captured from the working site (version 5)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240280"/>
          </a:xfrm>
          <a:prstGeom prst="rect">
            <a:avLst/>
          </a:prstGeom>
          <a:solidFill>
            <a:srgbClr val="EEF3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img/image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91640"/>
            <a:ext cx="3017520" cy="1965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886200" y="1737360"/>
            <a:ext cx="1965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Products: every card has a description, price or "price on request", and Add to basket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440680" cy="2240280"/>
          </a:xfrm>
          <a:prstGeom prst="rect">
            <a:avLst/>
          </a:prstGeom>
          <a:solidFill>
            <a:srgbClr val="EEF3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img/image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55080" y="1691640"/>
            <a:ext cx="3017520" cy="19659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55480" y="1737360"/>
            <a:ext cx="1965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basket: estimated total, then "Send on WhatsApp" or "Send by email"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977640"/>
            <a:ext cx="5440680" cy="2240280"/>
          </a:xfrm>
          <a:prstGeom prst="rect">
            <a:avLst/>
          </a:prstGeom>
          <a:solidFill>
            <a:srgbClr val="EEF3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/home/claude/img/image1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5800" y="4114800"/>
            <a:ext cx="3017520" cy="19659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886200" y="4160520"/>
            <a:ext cx="1965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Member: three clear steps, linked to the branch directory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217920" y="3977640"/>
            <a:ext cx="5440680" cy="2240280"/>
          </a:xfrm>
          <a:prstGeom prst="rect">
            <a:avLst/>
          </a:prstGeom>
          <a:solidFill>
            <a:srgbClr val="EEF3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/home/claude/img/image8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55080" y="4114800"/>
            <a:ext cx="3017520" cy="19659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555480" y="4160520"/>
            <a:ext cx="1965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Journey: one clean timeline instead of one long About page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Kairali Website Revamp  |  TAPMI Social Internship 2026–27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Needed and Future Enhancements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prototype complete and tested, not yet live. Awaiting Kairali's response after hand-over.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617720"/>
          </a:xfrm>
          <a:prstGeom prst="rect">
            <a:avLst/>
          </a:prstGeom>
          <a:solidFill>
            <a:srgbClr val="EEF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needed from Kairali to go live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50749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15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Hosting: </a:t>
            </a: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of web host and approval to launch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Owners: </a:t>
            </a: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for website content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Products: </a:t>
            </a: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29 draft descriptions; prices for 40 products; resolve price ranges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r>
              <a:rPr lang="en-US" sz="15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Chairman's name spelling, branch count (50 or 55), NCUI MoU year, main YouTube channel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Photos: </a:t>
            </a: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field photos taken with consent; permission for NCUI event photos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 </a:t>
            </a: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vision wording, 3–5 member stories, missing brochures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4617720"/>
          </a:xfrm>
          <a:prstGeom prst="rect">
            <a:avLst/>
          </a:prstGeom>
          <a:solidFill>
            <a:srgbClr val="1F4D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92240" y="2286000"/>
            <a:ext cx="384048" cy="38404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922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2402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 and Tamil versions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5603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useful next step for farmer-members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3063240"/>
            <a:ext cx="384048" cy="38404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4922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0175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projects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33375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future projects content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3840480"/>
            <a:ext cx="384048" cy="38404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4922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7947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41148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payment, stock and delivery processes exist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4617720"/>
            <a:ext cx="384048" cy="38404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4922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5720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portal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8920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balances, with proper data protection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5394960"/>
            <a:ext cx="384048" cy="384048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49224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53492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impact page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56692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 from the Carbon Credit Project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Kairali Website Revamp  |  TAPMI Social Internship 2026–27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998</Words>
  <Application>Microsoft Office PowerPoint</Application>
  <PresentationFormat>Widescreen</PresentationFormat>
  <Paragraphs>141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Kairali Website Revamp – Social Internship</dc:title>
  <dc:subject>PptxGenJS Presentation</dc:subject>
  <dc:creator>PptxGenJS</dc:creator>
  <cp:lastModifiedBy>poojitha murthy</cp:lastModifiedBy>
  <cp:revision>14</cp:revision>
  <dcterms:created xsi:type="dcterms:W3CDTF">2026-09-29T15:49:37Z</dcterms:created>
  <dcterms:modified xsi:type="dcterms:W3CDTF">2026-09-30T06:30:41Z</dcterms:modified>
</cp:coreProperties>
</file>